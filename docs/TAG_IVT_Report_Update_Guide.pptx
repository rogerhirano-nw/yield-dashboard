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2a7c6280-e8b7-53b2-a384-01d75b478c8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1 · GAM" id="{f8995b00-d1ce-2bd4-e019-a376ccf8c79e}">
          <p14:sldIdLst>
            <p14:sldId id="262"/>
            <p14:sldId id="263"/>
            <p14:sldId id="264"/>
            <p14:sldId id="265"/>
          </p14:sldIdLst>
        </p14:section>
        <p14:section name="2–3 · DV and GA4" id="{0c262811-0448-3d33-ea02-c2be4cf57032}">
          <p14:sldIdLst>
            <p14:sldId id="266"/>
            <p14:sldId id="267"/>
            <p14:sldId id="268"/>
          </p14:sldIdLst>
        </p14:section>
        <p14:section name="4–5 · Math and deck" id="{7502effa-890c-d388-2c6a-0017745aedca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monitoring: GAM impressions vs DV post-bid impressions, plus SIVT rate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slide 4 of the report.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slide 10.</a:t>
            </a:r>
            <a:endParaRPr lang="en-US" sz="1400" dirty="0"/>
          </a:p>
        </p:txBody>
      </p:sp>
      <p:graphicFrame>
        <p:nvGraphicFramePr>
          <p:cNvPr id="5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0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2026-10-20T22:39:57Z</dcterms:created>
  <dcterms:modified xsi:type="dcterms:W3CDTF">2026-10-20T22:39:57Z</dcterms:modified>
</cp:coreProperties>
</file>