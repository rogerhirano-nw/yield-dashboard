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d277a4a-cd42-b00b-1821-e782447ff6e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 · GAM" id="{2986b8f3-f90e-9993-80ad-728ee08089db}">
          <p14:sldIdLst>
            <p14:sldId id="264"/>
            <p14:sldId id="265"/>
            <p14:sldId id="266"/>
            <p14:sldId id="267"/>
          </p14:sldIdLst>
        </p14:section>
        <p14:section name="2–3 · DV and GA4" id="{ccbdb58a-80fd-1079-568a-010c45614db3}">
          <p14:sldIdLst>
            <p14:sldId id="268"/>
            <p14:sldId id="269"/>
            <p14:sldId id="270"/>
          </p14:sldIdLst>
        </p14:section>
        <p14:section name="4–5 · Math and deck" id="{3e4d09a1-0f0d-3994-97af-2cd1d2458af1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2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2026-10-20T22:58:16Z</dcterms:created>
  <dcterms:modified xsi:type="dcterms:W3CDTF">2026-10-20T22:58:16Z</dcterms:modified>
</cp:coreProperties>
</file>