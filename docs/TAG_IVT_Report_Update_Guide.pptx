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ce8bb97a-38d1-7927-0d6b-2ef63a89015b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1 · GAM" id="{c3066be5-18c2-d117-b017-21c32f4c7a8b}">
          <p14:sldIdLst>
            <p14:sldId id="262"/>
            <p14:sldId id="263"/>
            <p14:sldId id="264"/>
            <p14:sldId id="265"/>
          </p14:sldIdLst>
        </p14:section>
        <p14:section name="2–3 · DV and GA4" id="{ad64ef4f-f381-7283-c3d9-9c66af9cf302}">
          <p14:sldIdLst>
            <p14:sldId id="266"/>
            <p14:sldId id="267"/>
            <p14:sldId id="268"/>
          </p14:sldIdLst>
        </p14:section>
        <p14:section name="4–5 · Math and deck" id="{cf976f7d-1345-1685-239e-1ed4a69f18eb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monitoring: GA4 web pageviews vs pages DV's pre-bid check evaluated,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monitoring: GAM impressions vs DV post-bid impressions, plus SIVT rate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5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0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2026-10-20T22:36:25Z</dcterms:created>
  <dcterms:modified xsi:type="dcterms:W3CDTF">2026-10-20T22:36:25Z</dcterms:modified>
</cp:coreProperties>
</file>