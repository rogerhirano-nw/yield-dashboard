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0fde943-71cc-8fd5-1f38-872407ea562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1 · GAM" id="{d0858fcc-a574-75d5-d35b-60d467fc9c72}">
          <p14:sldIdLst>
            <p14:sldId id="266"/>
            <p14:sldId id="267"/>
            <p14:sldId id="268"/>
            <p14:sldId id="269"/>
          </p14:sldIdLst>
        </p14:section>
        <p14:section name="2–3 · DV and GA4" id="{bfe2f7fd-0974-b289-f22b-bb9f058cee51}">
          <p14:sldIdLst>
            <p14:sldId id="270"/>
            <p14:sldId id="271"/>
            <p14:sldId id="272"/>
          </p14:sldIdLst>
        </p14:section>
        <p14:section name="4–5 · Math and deck" id="{55ba5356-3026-6f9c-6e67-1741e43891ac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PRE-BID SLIDE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SIVT SLIDE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the report's pre-bid slide.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the report's SIVT slide.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IVT MONITORING REPORT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data slides TAG auditors read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 and impression, and that SIVT stays low.</a:t>
            </a:r>
            <a:endParaRPr lang="en-US" sz="1500" dirty="0"/>
          </a:p>
        </p:txBody>
      </p:sp>
      <p:sp>
        <p:nvSpPr>
          <p:cNvPr id="5" name="report card 1"/>
          <p:cNvSpPr/>
          <p:nvPr/>
        </p:nvSpPr>
        <p:spPr>
          <a:xfrm>
            <a:off x="548640" y="2286000"/>
            <a:ext cx="5364328" cy="37033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report tick 1"/>
          <p:cNvSpPr/>
          <p:nvPr/>
        </p:nvSpPr>
        <p:spPr>
          <a:xfrm>
            <a:off x="822960" y="258775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51460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REPORT · PRE-BID MONITORING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2000" dirty="0"/>
          </a:p>
        </p:txBody>
      </p:sp>
      <p:graphicFrame>
        <p:nvGraphicFramePr>
          <p:cNvPr id="8" name="report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29000"/>
          <a:ext cx="4815688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417320"/>
                <a:gridCol w="1417320"/>
                <a:gridCol w="11887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port card 2"/>
          <p:cNvSpPr/>
          <p:nvPr/>
        </p:nvSpPr>
        <p:spPr>
          <a:xfrm>
            <a:off x="6278728" y="2286000"/>
            <a:ext cx="5364328" cy="37033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report tick 2"/>
          <p:cNvSpPr/>
          <p:nvPr/>
        </p:nvSpPr>
        <p:spPr>
          <a:xfrm>
            <a:off x="6553048" y="258775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35928" y="251460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REPORT · SIVT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53048" y="283464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2000" dirty="0"/>
          </a:p>
        </p:txBody>
      </p:sp>
      <p:graphicFrame>
        <p:nvGraphicFramePr>
          <p:cNvPr id="15" name="report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429000"/>
          <a:ext cx="4815688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34440"/>
                <a:gridCol w="1234440"/>
                <a:gridCol w="123444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Newsweek design, 2026 YTD numbers from the workbooks (discrepancy ÷ pageviews; SIVT impression-weighted).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Cover, pre-bid, key changes, SIVT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The report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4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COVER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8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PRE-BID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2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CHANGES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6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3048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SIVT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2026-10-20T23:04:58Z</dcterms:created>
  <dcterms:modified xsi:type="dcterms:W3CDTF">2026-10-20T23:04:58Z</dcterms:modified>
</cp:coreProperties>
</file>