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11c0740-0ad8-a2b6-06d4-2862ec8032c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1 · GAM" id="{01fef463-e30d-6862-f299-c5b17e0ea3cb}">
          <p14:sldIdLst>
            <p14:sldId id="267"/>
            <p14:sldId id="268"/>
            <p14:sldId id="269"/>
            <p14:sldId id="270"/>
          </p14:sldIdLst>
        </p14:section>
        <p14:section name="2–3 · DV and GA4" id="{e8db03b0-bbfe-e5af-3391-507446752f30}">
          <p14:sldIdLst>
            <p14:sldId id="271"/>
            <p14:sldId id="272"/>
            <p14:sldId id="273"/>
            <p14:sldId id="274"/>
          </p14:sldIdLst>
        </p14:section>
        <p14:section name="4–5 · Math and deck" id="{bcd8d555-8720-a3b8-07f1-46d060da4e1a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pageview.</a:t>
            </a:r>
            <a:endParaRPr lang="en-US" sz="1500" dirty="0"/>
          </a:p>
        </p:txBody>
      </p:sp>
      <p:sp>
        <p:nvSpPr>
          <p:cNvPr id="5" name="Deliverable · report · pre-bid monitoring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8" name="Deliverable · report · pre-bid monitoring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88,799,843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86,029,638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76,449,175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73,990,594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78,906,939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76,544,383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44,598,903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43,771,981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40,298,053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36,840,158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39,401,025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38,439,204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41,820,559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39,544,135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42,787,009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40,292,568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52,642,347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50,519,576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pre-bid monitoring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5" name="Deliverable · report · pre-bid monitoring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Newsweek design · 2026 YTD Jan–Sep from the DV-GA workbook · discrepancy = (pageviews − DV pre-bid) ÷ pageviews.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SIVT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SIVT stays low, month after month.</a:t>
            </a:r>
            <a:endParaRPr lang="en-US" sz="1500" dirty="0"/>
          </a:p>
        </p:txBody>
      </p:sp>
      <p:sp>
        <p:nvSpPr>
          <p:cNvPr id="5" name="Deliverable · report · SIVT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9" name="Deliverable · report · SIVT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SIVT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7" name="Deliverable · report · SIVT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Newsweek design · 2026 YTD Jan–Sep from the DV-GAM workbook · overall and quarters weighted by DV post-bid impressions.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Inventory Quality report (DV UI)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5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DV INVENTORY QUALITY REPORT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Export the Inventory Quality report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Source: the Inventory Quality report in the DV UI (Pinnacle), for both numbers. Pull display and video as separate rows: they go to separate sheets.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IN THE DV UI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the Inventory Quality report by media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report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DV Pinnacle → Publisher Suite → Inventory Quality → Inventory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one month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picker: the first to the last day of the month, e.g. 7/1/2026 – 7/31/2026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Filters → Media Type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Tick Display (or Video) only; leave null unticked. Click Apply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tiles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Monitored Impressions → DV post-bid impressions; Fraud/SIVT ÷ Monitored → SIVT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Switch the filter to Video, then move to the next month</a:t>
            </a:r>
            <a:endParaRPr lang="en-US" sz="1300" dirty="0"/>
          </a:p>
        </p:txBody>
      </p:sp>
      <p:sp>
        <p:nvSpPr>
          <p:cNvPr id="19" name="dv filter example"/>
          <p:cNvSpPr/>
          <p:nvPr/>
        </p:nvSpPr>
        <p:spPr>
          <a:xfrm>
            <a:off x="7680960" y="2057400"/>
            <a:ext cx="3962095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EXAMPLE · JULY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43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 Type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■ Display   193.4M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Video        25.5M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null              131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4206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193.4M is the display figure in the workbook for July. The tile rounds to 0.1M; export the report for exact 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2026-10-21T00:06:43Z</dcterms:created>
  <dcterms:modified xsi:type="dcterms:W3CDTF">2026-10-21T00:06:43Z</dcterms:modified>
</cp:coreProperties>
</file>