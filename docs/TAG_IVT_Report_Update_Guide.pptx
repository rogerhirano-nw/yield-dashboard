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ebdabf3-4d25-3823-fc5f-43277175d1c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 · GAM" id="{000b8540-b19f-b41f-4d5f-28af275c47bc}">
          <p14:sldIdLst>
            <p14:sldId id="264"/>
            <p14:sldId id="265"/>
            <p14:sldId id="266"/>
            <p14:sldId id="267"/>
          </p14:sldIdLst>
        </p14:section>
        <p14:section name="2–3 · DV and GA4" id="{06898039-e368-0d64-a420-c5ff4849fb0d}">
          <p14:sldIdLst>
            <p14:sldId id="268"/>
            <p14:sldId id="269"/>
            <p14:sldId id="270"/>
          </p14:sldIdLst>
        </p14:section>
        <p14:section name="4–5 · Math and deck" id="{b2e4ca87-68d5-5e76-798a-2f7f39b03737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2026 YTD (Jan–Sep, October excluded),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2026 YTD (Jan–Sep, October excluded),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 (display)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 (display)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DV's pre-bid check sees 96% of pageviews</a:t>
            </a:r>
            <a:endParaRPr lang="en-US" sz="3400" dirty="0"/>
          </a:p>
        </p:txBody>
      </p:sp>
      <p:graphicFrame>
        <p:nvGraphicFramePr>
          <p:cNvPr id="4" name="Pre-bid monitoring · what it shows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MONITORED,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96.1%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485.97M DV pre-bid requests against 505.70M GA4 web pageviews. Monthly range 91.4%–98.1%.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discrepancy workbook, 2026. Coverage = Prebid Reqs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measures about 9 in 10 GAM impressions</a:t>
            </a:r>
            <a:endParaRPr lang="en-US" sz="3400" dirty="0"/>
          </a:p>
        </p:txBody>
      </p:sp>
      <p:graphicFrame>
        <p:nvGraphicFramePr>
          <p:cNvPr id="4" name="Post-bid monitoring · what it shows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91.6%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DV post-bid impressions ÷ GAM total, inpage display sheet.</a:t>
            </a:r>
            <a:endParaRPr lang="en-US" sz="1300" dirty="0"/>
          </a:p>
        </p:txBody>
      </p:sp>
      <p:sp>
        <p:nvSpPr>
          <p:cNvPr id="9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VIDEO, YTD JAN–SEP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86.7%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ratio on the instream video sheet.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 2026, display sheet. Gap = impressions DV can't tag (e.g. Google demand).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2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2026-10-20T22:50:20Z</dcterms:created>
  <dcterms:modified xsi:type="dcterms:W3CDTF">2026-10-20T22:50:20Z</dcterms:modified>
</cp:coreProperties>
</file>