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82ee278-5aad-aa45-c3ad-3e2399f1faa3}">
          <p14:sldIdLst>
            <p14:sldId id="256"/>
            <p14:sldId id="257"/>
            <p14:sldId id="258"/>
            <p14:sldId id="259"/>
          </p14:sldIdLst>
        </p14:section>
        <p14:section name="1 · GAM" id="{f454723d-edb9-eeb1-ef10-d82bb6847779}">
          <p14:sldIdLst>
            <p14:sldId id="260"/>
            <p14:sldId id="261"/>
            <p14:sldId id="262"/>
            <p14:sldId id="263"/>
          </p14:sldIdLst>
        </p14:section>
        <p14:section name="2–3 · DV and GA4" id="{8e79f2f1-faae-2b07-cb5e-496d06a44a21}">
          <p14:sldIdLst>
            <p14:sldId id="264"/>
            <p14:sldId id="265"/>
            <p14:sldId id="266"/>
          </p14:sldIdLst>
        </p14:section>
        <p14:section name="4–5 · Math and deck" id="{19a81982-3a01-cf00-fff6-594cde8f6400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web pageviews vs DV pre-bid requests,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GAM impressions by channel, DV post-bid impressions and SIVT rate, display and video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8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2026-10-20T18:22:20Z</dcterms:created>
  <dcterms:modified xsi:type="dcterms:W3CDTF">2026-10-20T18:22:20Z</dcterms:modified>
</cp:coreProperties>
</file>