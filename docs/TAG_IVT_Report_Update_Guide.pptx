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debe3961-d5e5-615f-2be4-6e594c394959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1 · GAM" id="{d27b2fb6-4c94-2d09-471c-38e30b78d6af}">
          <p14:sldIdLst>
            <p14:sldId id="262"/>
            <p14:sldId id="263"/>
            <p14:sldId id="264"/>
            <p14:sldId id="265"/>
          </p14:sldIdLst>
        </p14:section>
        <p14:section name="2–3 · DV and GA4" id="{5c6e57fb-fe0a-8c6f-5bba-116372805886}">
          <p14:sldIdLst>
            <p14:sldId id="266"/>
            <p14:sldId id="267"/>
            <p14:sldId id="268"/>
          </p14:sldIdLst>
        </p14:section>
        <p14:section name="4–5 · Math and deck" id="{51047359-d835-6be4-f15f-b42bbb193ad6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web pageviews vs DV pre-bid requests,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GAM impressions by channel, DV post-bid impressions and SIVT rate, display and video sheets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35661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16636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5" name="Workbook 2 · DV-GAM discrepancy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0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2026-10-20T22:30:10Z</dcterms:created>
  <dcterms:modified xsi:type="dcterms:W3CDTF">2026-10-20T22:30:10Z</dcterms:modified>
</cp:coreProperties>
</file>